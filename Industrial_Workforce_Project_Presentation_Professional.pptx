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Workforce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Analysis &amp; Machine Learning Project</a:t>
            </a:r>
          </a:p>
          <a:p>
            <a:r>
              <a:t>Aastha Saxena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workforce distribution across industries</a:t>
            </a:r>
          </a:p>
          <a:p>
            <a:r>
              <a:t>• Classify industry categories using ML</a:t>
            </a:r>
          </a:p>
          <a:p>
            <a:r>
              <a:t>• Identify trends in Main and Marginal workers</a:t>
            </a:r>
          </a:p>
          <a:p>
            <a:r>
              <a:t>• Build interactive Streamlit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 &amp; NumPy</a:t>
            </a:r>
          </a:p>
          <a:p>
            <a:r>
              <a:t>• Matplotlib</a:t>
            </a:r>
          </a:p>
          <a:p>
            <a:r>
              <a:t>• Scikit-learn</a:t>
            </a:r>
          </a:p>
          <a:p>
            <a:r>
              <a:t>• Streamlit</a:t>
            </a:r>
          </a:p>
          <a:p>
            <a:r>
              <a:t>• Jupyter Notebook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 &amp; Column Standardization</a:t>
            </a:r>
          </a:p>
          <a:p>
            <a:r>
              <a:t>2. Exploratory Data Analysis (EDA)</a:t>
            </a:r>
          </a:p>
          <a:p>
            <a:r>
              <a:t>3. Feature Engineering</a:t>
            </a:r>
          </a:p>
          <a:p>
            <a:r>
              <a:t>4. Model Training (Logistic Regression)</a:t>
            </a:r>
          </a:p>
          <a:p>
            <a:r>
              <a:t>5. Dashboard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 workers significantly higher than marginal workers</a:t>
            </a:r>
          </a:p>
          <a:p>
            <a:r>
              <a:t>• Rural workforce larger than urban workforce</a:t>
            </a:r>
          </a:p>
          <a:p>
            <a:r>
              <a:t>• Gender gap exists in industrial participation</a:t>
            </a:r>
          </a:p>
          <a:p>
            <a:r>
              <a:t>• Certain industries dominate employment share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Worker Distribution by Gender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Rural vs Urban Workforce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Share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